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67EE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企业AI工程师 · 完整产品体系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AI Studio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从用户场景洞察到产品设计，再到技术架构实现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构建企业级AI数字员工平台的完整方法论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9728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覆盖工作任务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10896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Agent类型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12064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架构层级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13232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场景覆盖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为什么需要统一的AI工程师平台？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企业工程师每天面对数十种AI工具，切换成本高、学习曲线陡、最佳实践难以沉淀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工具碎片化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Cursor、ChatGPT、Perplexity...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几十种AI工具，切换成本极高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学习成本高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每个工具有不同的使用方式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需要逐一学习掌握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缺乏企业上下文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通用AI不理解企业内部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代码库、知识库、技术规范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436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最佳实践未沉淀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个人经验难以在团队内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共享和传承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2900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数据安全顾虑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敏感数据流向外部AI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存在合规风险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😴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6364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被动响应模式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现有AI只能被动响应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缺乏主动服务能力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三位一体的产品体系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从场景分析到产品设计，再到技术实现，构建完整的AI工程师平台解决方案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7432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63040"/>
            <a:ext cx="64008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用户场景分析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深入研究工程师日常工作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识别48个核心任务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抽象9种Agent类型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429000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48个具体工作任务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25个研发场景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9种Agent类型覆盖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383280" y="12801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12801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463040"/>
            <a:ext cx="64008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463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204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52044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产品设计与规划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2697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基于场景分析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设计AI Studio产品方案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提出Agentic核心理念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3429000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从工具到员工的理念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主动规划+后台执行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一个入口，智能路由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309360" y="12801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1280160"/>
            <a:ext cx="27432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1463040"/>
            <a:ext cx="64008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1463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465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44652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技术架构设计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2697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设计研发Agent Infra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6层分层设计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支撑产品落地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3429000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6层架构分层设计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4652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能力层核心原子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Multi-Agent编排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STEP 1: 用户场景分析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深入研究企业AI工程师日常工作，识别核心任务，抽象Agent类型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总工作任务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研发场景任务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非研发场景任务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Agent类型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1188720"/>
            <a:ext cx="5486400" cy="3657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325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9种Agent类型及覆盖率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Coding 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1810512"/>
            <a:ext cx="22860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5303520" y="1810512"/>
            <a:ext cx="107442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737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20848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Chatbot Agent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0" y="2157984"/>
            <a:ext cx="22860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5303520" y="2157984"/>
            <a:ext cx="34290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24323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Workflow Agent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0" y="2505456"/>
            <a:ext cx="22860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5303520" y="2505456"/>
            <a:ext cx="34290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0" y="24323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27797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Research Agent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03520" y="2852928"/>
            <a:ext cx="22860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5303520" y="2852928"/>
            <a:ext cx="18288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0" y="27797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83280" y="3127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Design Agent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03520" y="3200400"/>
            <a:ext cx="22860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Shape 39"/>
          <p:cNvSpPr/>
          <p:nvPr/>
        </p:nvSpPr>
        <p:spPr>
          <a:xfrm>
            <a:off x="5303520" y="3200400"/>
            <a:ext cx="9144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0" y="31272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8328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 Agent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03520" y="3547872"/>
            <a:ext cx="22860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3547872"/>
            <a:ext cx="9144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7680960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83280" y="3822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Writing Agent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03520" y="3895344"/>
            <a:ext cx="22860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7"/>
          <p:cNvSpPr/>
          <p:nvPr/>
        </p:nvSpPr>
        <p:spPr>
          <a:xfrm>
            <a:off x="5303520" y="3895344"/>
            <a:ext cx="9144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7680960" y="38221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383280" y="4169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Meeting Agent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03520" y="4242816"/>
            <a:ext cx="22860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4242816"/>
            <a:ext cx="4572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7680960" y="41696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383280" y="45171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Browser Agent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303520" y="4590288"/>
            <a:ext cx="22860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4590288"/>
            <a:ext cx="2286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7680960" y="45171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STEP 2: AI Studio 产品设计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从工具到员工的Agentic核心理念：主动规划 + 后台执行 + 主动预警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011680" cy="1645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一个入口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告别工具切换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所有AI能力一站式获取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188720"/>
            <a:ext cx="2011680" cy="1645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智能路由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自动识别意图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匹配最佳Agent处理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2011680" cy="1645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主动服务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不只是工具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更是主动规划的AI员工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1188720"/>
            <a:ext cx="2011680" cy="1645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3232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企业上下文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理解企业代码库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知识库、技术规范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多触点覆盖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15544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IDE内嵌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520440"/>
            <a:ext cx="15544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Web工作台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0" y="3520440"/>
            <a:ext cx="15544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IM机器人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3520440"/>
            <a:ext cx="15544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CLI命令行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3520440"/>
            <a:ext cx="15544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API接口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Agentic 核心理念：AI不仅是工具，更是能够主动规划、后台执行、主动预警的AI数字员工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STEP 3: Agent Infra 技术架构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6层分层架构设计，支撑产品落地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097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IDE、Web、IM、CLI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795528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40280" y="173736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Agent、Chatbot Agent...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77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23774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Multi-Agent协作、任务分解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017520"/>
            <a:ext cx="740664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017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30175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统一Agent SDK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657600"/>
            <a:ext cx="7132320" cy="5486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657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36576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工具、记忆、知识、推理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43000" y="4297680"/>
            <a:ext cx="6858000" cy="548640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4297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88920" y="4297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安全、可观测、模型网关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分层解耦：各层各司其职，产品触点与Agent逻辑解耦，灵活扩展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一个入口，智能路由，主动服务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517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一个入口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告别工具切换，所有AI能力一站式获取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6517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智能路由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自动识别意图，匹配最佳Agent处理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6517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主动服务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不只是工具，更是主动规划的AI员工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26517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企业上下文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理解企业代码库、知识库、技术规范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200400"/>
            <a:ext cx="26517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6616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最佳实践沉淀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团队知识共享，避免重复踩坑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200400"/>
            <a:ext cx="26517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40080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私有化部署，合规保障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667EE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AI Studio - 企业AI工程师完整产品体系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从用户场景洞察到产品设计，再到技术架构实现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构建企业级AI数字员工平台的完整方法论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48个工作任务  ·  🤖 9种Agent类型  ·  🏛️ 6层架构设计  ·  100%场景覆盖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企业AI工程师 - 完整产品体系</dc:title>
  <dc:subject>从场景分析到产品设计，再到技术架构</dc:subject>
  <dc:creator>AI Studio</dc:creator>
  <cp:lastModifiedBy>AI Studio</cp:lastModifiedBy>
  <cp:revision>1</cp:revision>
  <dcterms:created xsi:type="dcterms:W3CDTF">2026-02-05T01:00:44Z</dcterms:created>
  <dcterms:modified xsi:type="dcterms:W3CDTF">2026-02-05T01:00:44Z</dcterms:modified>
</cp:coreProperties>
</file>